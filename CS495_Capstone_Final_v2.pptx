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502920"/>
            <a:ext cx="457200" cy="73152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CAPSTONE PROJECT  ·  CS495  ·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Running LLMs without a GPU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331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BitNet b1.58 2B4T vs Qwen2.5-1.5B (Q8 / Q4 / Q2) and Llama-3.2-1B on commodity CPU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3291840"/>
            <a:ext cx="11064240" cy="2286000"/>
          </a:xfrm>
          <a:prstGeom prst="rect">
            <a:avLst/>
          </a:prstGeom>
          <a:solidFill>
            <a:srgbClr val="060D22"/>
          </a:solidFill>
          <a:ln cap="flat" cmpd="sng" w="12700">
            <a:solidFill>
              <a:srgbClr val="1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8640" y="3291840"/>
            <a:ext cx="109728" cy="228600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22960" y="342900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THE HEADLINE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822960" y="37490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a six-year-old desktop CPU, BitNet b1.58 matches the paper's published throughput and memory.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4343400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Three Qwen quantizations and a smaller Llama trace a clean speed-vs-accuracy frontier -- with Q2 marking where compression stops paying off.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Sean Michael    ·    Supervisor: Prof. Dr. Pedro Albuquerque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01  ·  MOTIVATION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Who gets to run a modern LLM?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Running a capable language model today usually means renting a GPU in the cloud or paying per token to a provider like OpenAI or Anthropic.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That excludes a lot of people. </a:t>
            </a:r>
            <a:r>
              <a:rPr b="0" i="0" lang="en-US" sz="14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Students without lab access. Researchers on a budget. Anyone in a region where cloud is expensive or unreliable. Edge devices. Privacy-sensitive workloads. Hobbyists with an old desktop.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3977640"/>
            <a:ext cx="3611880" cy="15544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3977640"/>
            <a:ext cx="73152" cy="1554480"/>
          </a:xfrm>
          <a:prstGeom prst="rect">
            <a:avLst/>
          </a:prstGeom>
          <a:solidFill>
            <a:srgbClr val="E58A4A"/>
          </a:solidFill>
          <a:ln cap="flat" cmpd="sng" w="12700">
            <a:solidFill>
              <a:srgbClr val="E5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77240" y="4142232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77240" y="466344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No-cost inference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77240" y="498348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If you already own a computer, running the model costs only electricity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297680" y="3977640"/>
            <a:ext cx="3611880" cy="15544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297680" y="3977640"/>
            <a:ext cx="73152" cy="1554480"/>
          </a:xfrm>
          <a:prstGeom prst="rect">
            <a:avLst/>
          </a:prstGeom>
          <a:solidFill>
            <a:srgbClr val="5BC5B8"/>
          </a:solidFill>
          <a:ln cap="flat" cmpd="sng" w="12700">
            <a:solidFill>
              <a:srgbClr val="5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26280" y="4142232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26280" y="466344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No internet needed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26280" y="498348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Edge devices, air-gapped environments, regions with unreliable connectivity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046720" y="3977640"/>
            <a:ext cx="3611880" cy="15544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8046720" y="3977640"/>
            <a:ext cx="73152" cy="155448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8275320" y="4142232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275320" y="466344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Data stays local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275320" y="4983480"/>
            <a:ext cx="3246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Any workload where information can't leave the building -- self-hosted by construction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This project asks whether new model designs can actually make capable LLMs run usefully on hardware most people already own.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02  ·  BACKGROUND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BitNet's pitch -- and where it stands today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Normal language models store each weight as a 16-bit decimal number. BitNet stores it as one of just three values: -1, 0, or +1.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2697480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That's the trick. </a:t>
            </a:r>
            <a:r>
              <a:rPr b="0" i="0" lang="en-US" sz="14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About one bit per weight instead of sixteen. Matrix multiplication becomes integer addition plus table lookup -- something a regular CPU is good at, with no special hardware required.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8404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THE STORY SO FAR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4206240"/>
            <a:ext cx="2743200" cy="1828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13232" y="43708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Feb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13232" y="4663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The idea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13232" y="51206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Microsoft Research paper introduces ternary weights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355848" y="4206240"/>
            <a:ext cx="2743200" cy="1828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520440" y="43708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Apr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520440" y="4663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First real 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520440" y="51206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BitNet b1.58 2B4T released -- 2 billion parameters, fully open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163056" y="4206240"/>
            <a:ext cx="2743200" cy="18288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327648" y="43708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Jan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327648" y="4663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It got faster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327648" y="51206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CPU optimization update delivers another 1.15--2.1× speedup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970264" y="4206240"/>
            <a:ext cx="2743200" cy="1828800"/>
          </a:xfrm>
          <a:prstGeom prst="rect">
            <a:avLst/>
          </a:prstGeom>
          <a:solidFill>
            <a:srgbClr val="FFF4E5"/>
          </a:solidFill>
          <a:ln cap="flat" cmpd="sng" w="1905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134856" y="43708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134856" y="4663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Live ecosystem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134856" y="512064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38k+ GitHub stars, Falcon released its own 1.58-bit variants, phone NPU support next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03  ·  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What I measured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48640" y="1828800"/>
            <a:ext cx="2212848" cy="24688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48640" y="1828800"/>
            <a:ext cx="2212848" cy="457200"/>
          </a:xfrm>
          <a:prstGeom prst="rect">
            <a:avLst/>
          </a:prstGeom>
          <a:solidFill>
            <a:srgbClr val="E58A4A"/>
          </a:solidFill>
          <a:ln cap="flat" cmpd="sng" w="12700">
            <a:solidFill>
              <a:srgbClr val="E5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85800" y="1828800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BitNet b1.58 2B4T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85800" y="246888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THE MODEL UNDER TEST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85800" y="2788920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2 billion params, ternary weights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2834640" y="1828800"/>
            <a:ext cx="2212848" cy="24688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2834640" y="1828800"/>
            <a:ext cx="2212848" cy="457200"/>
          </a:xfrm>
          <a:prstGeom prst="rect">
            <a:avLst/>
          </a:prstGeom>
          <a:solidFill>
            <a:srgbClr val="5BC5B8"/>
          </a:solidFill>
          <a:ln cap="flat" cmpd="sng" w="12700">
            <a:solidFill>
              <a:srgbClr val="5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971800" y="1828800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Qwen2.5-1.5B Q8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971800" y="246888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QUALITY REFERENCE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2971800" y="2788920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8-bit compression, near-original accuracy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120640" y="1828800"/>
            <a:ext cx="2212848" cy="24688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120640" y="1828800"/>
            <a:ext cx="2212848" cy="457200"/>
          </a:xfrm>
          <a:prstGeom prst="rect">
            <a:avLst/>
          </a:prstGeom>
          <a:solidFill>
            <a:srgbClr val="9E8AD6"/>
          </a:solidFill>
          <a:ln cap="flat" cmpd="sng" w="12700">
            <a:solidFill>
              <a:srgbClr val="9E8A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5257800" y="1828800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Qwen2.5-1.5B Q4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257800" y="246888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SPEED CHAMPION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257800" y="2788920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4-bit compression, mainstream choice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406640" y="1828800"/>
            <a:ext cx="2212848" cy="24688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406640" y="1828800"/>
            <a:ext cx="2212848" cy="457200"/>
          </a:xfrm>
          <a:prstGeom prst="rect">
            <a:avLst/>
          </a:prstGeom>
          <a:solidFill>
            <a:srgbClr val="C25E5E"/>
          </a:solidFill>
          <a:ln cap="flat" cmpd="sng" w="12700">
            <a:solidFill>
              <a:srgbClr val="C2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543800" y="1828800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Qwen2.5-1.5B Q2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543800" y="246888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CAUTIONARY TALE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543800" y="2788920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2-bit compression, accuracy cliff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692640" y="1828800"/>
            <a:ext cx="2212848" cy="24688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9692640" y="1828800"/>
            <a:ext cx="2212848" cy="457200"/>
          </a:xfrm>
          <a:prstGeom prst="rect">
            <a:avLst/>
          </a:prstGeom>
          <a:solidFill>
            <a:srgbClr val="8A7853"/>
          </a:solidFill>
          <a:ln cap="flat" cmpd="sng" w="12700">
            <a:solidFill>
              <a:srgbClr val="8A7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9829800" y="1828800"/>
            <a:ext cx="19385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Llama-3.2-1B Q4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829800" y="2468880"/>
            <a:ext cx="19385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SMALLER-MODEL FLOOR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829800" y="2788920"/>
            <a:ext cx="19385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1 billion params at 4-bit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48640" y="45720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FOUR METRICS PER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4892040"/>
            <a:ext cx="2688336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48640" y="4892040"/>
            <a:ext cx="73152" cy="96012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31520" y="49834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SPEED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31520" y="5285232"/>
            <a:ext cx="2414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tokens generated per second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328416" y="4892040"/>
            <a:ext cx="2688336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328416" y="4892040"/>
            <a:ext cx="73152" cy="96012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511296" y="49834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511296" y="5285232"/>
            <a:ext cx="2414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peak RAM used while running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108192" y="4892040"/>
            <a:ext cx="2688336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108192" y="4892040"/>
            <a:ext cx="73152" cy="96012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291072" y="49834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291072" y="5285232"/>
            <a:ext cx="2414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score on 5 standard benchmarks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887968" y="4892040"/>
            <a:ext cx="2688336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8887968" y="4892040"/>
            <a:ext cx="73152" cy="96012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9070848" y="49834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070848" y="5285232"/>
            <a:ext cx="2414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watt-hours per 1,000 tokens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All measurements on one machine: Intel i5-9400F (6 cores, no GPU, no AVX-512) -- a six-year-old desktop chip.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04  · 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Speed -- how many tokens per second?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throughput_comparison.png" id="144" name="Google Shape;1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7715" y="1691640"/>
            <a:ext cx="574609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548640" y="5513832"/>
            <a:ext cx="11064240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48640" y="5513832"/>
            <a:ext cx="73152" cy="8229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77240" y="5586984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BitNet reproduces the paper.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21.2 vs 20.0 tok/s.    </a:t>
            </a: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Every Qwen quant beats the paper's FP16 number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by 4--8× -- quantization alone, not the BitNet kernel.    </a:t>
            </a:r>
            <a:r>
              <a:rPr b="1" i="0" lang="en-US" sz="1200" u="none" cap="none" strike="noStrike">
                <a:solidFill>
                  <a:srgbClr val="C25E5E"/>
                </a:solidFill>
                <a:latin typeface="Calibri"/>
                <a:ea typeface="Calibri"/>
                <a:cs typeface="Calibri"/>
                <a:sym typeface="Calibri"/>
              </a:rPr>
              <a:t>Q2 is fastest,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but watch the accuracy slide.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05  · 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Memory -- how much RAM does it actually use?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memory_comparison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160" y="1737360"/>
            <a:ext cx="73152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548640" y="5532120"/>
            <a:ext cx="73152" cy="8229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77240" y="5605272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58A4A"/>
                </a:solidFill>
                <a:latin typeface="Calibri"/>
                <a:ea typeface="Calibri"/>
                <a:cs typeface="Calibri"/>
                <a:sym typeface="Calibri"/>
              </a:rPr>
              <a:t>BitNet wins memory among 2-billion-parameter models.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1,247 MB -- well under half the paper's FP16 baselines (3.1 GB).    </a:t>
            </a:r>
            <a:r>
              <a:rPr b="1" i="0" lang="en-US" sz="1200" u="none" cap="none" strike="noStrike">
                <a:solidFill>
                  <a:srgbClr val="C25E5E"/>
                </a:solidFill>
                <a:latin typeface="Calibri"/>
                <a:ea typeface="Calibri"/>
                <a:cs typeface="Calibri"/>
                <a:sym typeface="Calibri"/>
              </a:rPr>
              <a:t>Q2 goes lower still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(745 MB) -- the absolute floor if accuracy doesn't matter.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06  · 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Accuracy -- how well does it answer the test?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accuracy_comparison.png"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4170" y="1691640"/>
            <a:ext cx="8533181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548640" y="5486400"/>
            <a:ext cx="73152" cy="8229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777240" y="5559552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58A4A"/>
                </a:solidFill>
                <a:latin typeface="Calibri"/>
                <a:ea typeface="Calibri"/>
                <a:cs typeface="Calibri"/>
                <a:sym typeface="Calibri"/>
              </a:rPr>
              <a:t>BitNet wins reasoning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(WinoGrande, ARC-Challenge).    </a:t>
            </a:r>
            <a:r>
              <a:rPr b="1" i="0" lang="en-US" sz="1200" u="none" cap="none" strike="noStrike">
                <a:solidFill>
                  <a:srgbClr val="5BC5B8"/>
                </a:solidFill>
                <a:latin typeface="Calibri"/>
                <a:ea typeface="Calibri"/>
                <a:cs typeface="Calibri"/>
                <a:sym typeface="Calibri"/>
              </a:rPr>
              <a:t>Qwen Q8 wins knowledge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(MMLU).    </a:t>
            </a:r>
            <a:r>
              <a:rPr b="1" i="0" lang="en-US" sz="1200" u="none" cap="none" strike="noStrike">
                <a:solidFill>
                  <a:srgbClr val="C25E5E"/>
                </a:solidFill>
                <a:latin typeface="Calibri"/>
                <a:ea typeface="Calibri"/>
                <a:cs typeface="Calibri"/>
                <a:sym typeface="Calibri"/>
              </a:rPr>
              <a:t>Q2 collapses on every benchmark.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Llama trails Qwen by 6--8 points -- the smaller-model penalty.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7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07  · 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Where the knowledge gap lives -- 6 subjects with the biggest spread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mmlu_subject_heatmap.png"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555498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/>
          <p:nvPr/>
        </p:nvSpPr>
        <p:spPr>
          <a:xfrm>
            <a:off x="6377940" y="1783080"/>
            <a:ext cx="52349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READING THIS CHART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377940" y="2103120"/>
            <a:ext cx="52349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Out of 57 MMLU subjects, these 6 show the biggest cross-model spread (at least 15 percentage points between best and worst).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377940" y="3383280"/>
            <a:ext cx="52349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WHAT IT SHOWS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377940" y="3703320"/>
            <a:ext cx="52349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Qwen's knowledge advantage lives in factual recall: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astronomy, electrical engineering, professional medicine.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BitNet collapses on technical math: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college physics (27 vs 46), abstract algebra (30 vs 45).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08  · 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The trade-off -- cost vs accuracy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cost_accuracy.png" id="201" name="Google Shape;2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7360"/>
            <a:ext cx="6021004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/>
          <p:nvPr/>
        </p:nvSpPr>
        <p:spPr>
          <a:xfrm>
            <a:off x="6752524" y="1783080"/>
            <a:ext cx="49517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THE FRONTIER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752524" y="2103120"/>
            <a:ext cx="4951796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Diamonds = our measurements.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Circles = the paper's published numbers, on much faster hardware.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58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58A4A"/>
                </a:solidFill>
                <a:latin typeface="Calibri"/>
                <a:ea typeface="Calibri"/>
                <a:cs typeface="Calibri"/>
                <a:sym typeface="Calibri"/>
              </a:rPr>
              <a:t>BitNet is the cheapest path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to ~62% mean accuracy.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Q8 -- Q4 -- Q2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shows the quantization curve: cheaper at the cost of accuracy, with a steep drop at Q2.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548640" y="5513832"/>
            <a:ext cx="11064240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548640" y="5513832"/>
            <a:ext cx="73152" cy="8229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777240" y="5586984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58A4A"/>
                </a:solidFill>
                <a:latin typeface="Calibri"/>
                <a:ea typeface="Calibri"/>
                <a:cs typeface="Calibri"/>
                <a:sym typeface="Calibri"/>
              </a:rPr>
              <a:t>Pick BitNet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for accuracy.    </a:t>
            </a:r>
            <a:r>
              <a:rPr b="1" i="0" lang="en-US" sz="1200" u="none" cap="none" strike="noStrike">
                <a:solidFill>
                  <a:srgbClr val="9E8AD6"/>
                </a:solidFill>
                <a:latin typeface="Calibri"/>
                <a:ea typeface="Calibri"/>
                <a:cs typeface="Calibri"/>
                <a:sym typeface="Calibri"/>
              </a:rPr>
              <a:t>Pick Q4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for cost.    </a:t>
            </a:r>
            <a:r>
              <a:rPr b="1" i="0" lang="en-US" sz="1200" u="none" cap="none" strike="noStrike">
                <a:solidFill>
                  <a:srgbClr val="C25E5E"/>
                </a:solidFill>
                <a:latin typeface="Calibri"/>
                <a:ea typeface="Calibri"/>
                <a:cs typeface="Calibri"/>
                <a:sym typeface="Calibri"/>
              </a:rPr>
              <a:t>Avoid Q2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unless the accuracy cliff is acceptable for your use case.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09  · 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The trade-off -- memory vs accuracy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memory_accuracy.png"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7360"/>
            <a:ext cx="6021004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6752524" y="1783080"/>
            <a:ext cx="49517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THE FRONTIER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752524" y="2103120"/>
            <a:ext cx="4951796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Lower-left is better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(less memory, more accurate).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58A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58A4A"/>
                </a:solidFill>
                <a:latin typeface="Calibri"/>
                <a:ea typeface="Calibri"/>
                <a:cs typeface="Calibri"/>
                <a:sym typeface="Calibri"/>
              </a:rPr>
              <a:t>BitNet is on the Pareto frontier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-- nothing dominates it on both axes.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The paper's published FP16 baselines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B254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use 2.5--3 GB of memory -- our quantized models use roughly half that, at almost the same accuracy.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548640" y="5513832"/>
            <a:ext cx="11064240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548640" y="5513832"/>
            <a:ext cx="73152" cy="8229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777240" y="5586984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BitNet is the only model that gets near-Q8 accuracy at near-Q4 memory -- that's its real contribution.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10  · 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Energy &amp; carbon -- how much does inference actually cost?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energy_carbon_comparison.png" id="233" name="Google Shape;2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160" y="1691640"/>
            <a:ext cx="73152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548640" y="5486400"/>
            <a:ext cx="73152" cy="8229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777240" y="5559552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Generating 1,000 tokens uses about 1 watt-hour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-- roughly what a phone charger draws in five minutes.    </a:t>
            </a:r>
            <a:r>
              <a:rPr b="1" i="0" lang="en-US" sz="1200" u="none" cap="none" strike="noStrike">
                <a:solidFill>
                  <a:srgbClr val="E58A4A"/>
                </a:solidFill>
                <a:latin typeface="Calibri"/>
                <a:ea typeface="Calibri"/>
                <a:cs typeface="Calibri"/>
                <a:sym typeface="Calibri"/>
              </a:rPr>
              <a:t>BitNet and Q4 essentially tie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on energy per token; Q8 uses about 70% more because it's slower per result.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/>
          <p:nvPr/>
        </p:nvSpPr>
        <p:spPr>
          <a:xfrm>
            <a:off x="548640" y="411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12  ·  PORTABILITY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54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Does it work on other machines?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548640" y="1481328"/>
            <a:ext cx="320040" cy="54864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2/cross_arch_throughput.png" id="247" name="Google Shape;2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37360"/>
            <a:ext cx="6620576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4"/>
          <p:cNvSpPr/>
          <p:nvPr/>
        </p:nvSpPr>
        <p:spPr>
          <a:xfrm>
            <a:off x="7352096" y="1783080"/>
            <a:ext cx="43522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THREE MACHINES TESTED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7352096" y="2103120"/>
            <a:ext cx="435222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Windows / i5-9400F: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the primary test machine.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Linux Docker / same chip: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essentially identical -- the OS doesn't matter much.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AWS c7i-flex (newer Intel, 2 vCPUs):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roughly half the throughput -- because core count beats SIMD width at this size.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548640" y="5513832"/>
            <a:ext cx="11064240" cy="82296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D6DC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548640" y="5513832"/>
            <a:ext cx="73152" cy="8229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777240" y="5586984"/>
            <a:ext cx="10789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B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1B3A"/>
                </a:solidFill>
                <a:latin typeface="Calibri"/>
                <a:ea typeface="Calibri"/>
                <a:cs typeface="Calibri"/>
                <a:sym typeface="Calibri"/>
              </a:rPr>
              <a:t>Pareto ordering holds across every machine tested. </a:t>
            </a:r>
            <a:r>
              <a:rPr b="0" i="0" lang="en-US" sz="1200" u="none" cap="none" strike="noStrike">
                <a:solidFill>
                  <a:srgbClr val="1B2540"/>
                </a:solidFill>
                <a:latin typeface="Calibri"/>
                <a:ea typeface="Calibri"/>
                <a:cs typeface="Calibri"/>
                <a:sym typeface="Calibri"/>
              </a:rPr>
              <a:t>Q2 &gt; Q4 &gt; BitNet &gt; Q8 on speed, everywhere. The model-selection guidance from this study generalizes beyond the test hardware.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CS495 Capstone  ·  Non-GPU LLM Inference  ·  Sean Michael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0789920" y="6510528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90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3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548640" y="8686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now know -- and what to do with 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548640" y="1691640"/>
            <a:ext cx="11064240" cy="1051560"/>
          </a:xfrm>
          <a:prstGeom prst="rect">
            <a:avLst/>
          </a:prstGeom>
          <a:solidFill>
            <a:srgbClr val="060D22"/>
          </a:solidFill>
          <a:ln cap="flat" cmpd="sng" w="12700">
            <a:solidFill>
              <a:srgbClr val="1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548640" y="1691640"/>
            <a:ext cx="109728" cy="1051560"/>
          </a:xfrm>
          <a:prstGeom prst="rect">
            <a:avLst/>
          </a:prstGeom>
          <a:solidFill>
            <a:srgbClr val="E58A4A"/>
          </a:solidFill>
          <a:ln cap="flat" cmpd="sng" w="12700">
            <a:solidFill>
              <a:srgbClr val="E5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822960" y="1828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8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58A4A"/>
                </a:solidFill>
                <a:latin typeface="Calibri"/>
                <a:ea typeface="Calibri"/>
                <a:cs typeface="Calibri"/>
                <a:sym typeface="Calibri"/>
              </a:rPr>
              <a:t>CONFIRMED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822960" y="2103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BitNet's published targets (~20 tok/s, ~1.4 GB) reproduce on six-year-old consumer hardware.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548640" y="2834640"/>
            <a:ext cx="11064240" cy="1051560"/>
          </a:xfrm>
          <a:prstGeom prst="rect">
            <a:avLst/>
          </a:prstGeom>
          <a:solidFill>
            <a:srgbClr val="060D22"/>
          </a:solidFill>
          <a:ln cap="flat" cmpd="sng" w="12700">
            <a:solidFill>
              <a:srgbClr val="1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548640" y="2834640"/>
            <a:ext cx="109728" cy="1051560"/>
          </a:xfrm>
          <a:prstGeom prst="rect">
            <a:avLst/>
          </a:prstGeom>
          <a:solidFill>
            <a:srgbClr val="5BC5B8"/>
          </a:solidFill>
          <a:ln cap="flat" cmpd="sng" w="12700">
            <a:solidFill>
              <a:srgbClr val="5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822960" y="2971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C5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C5B8"/>
                </a:solidFill>
                <a:latin typeface="Calibri"/>
                <a:ea typeface="Calibri"/>
                <a:cs typeface="Calibri"/>
                <a:sym typeface="Calibri"/>
              </a:rPr>
              <a:t>REFINED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822960" y="3246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BitNet's speed isn't unique to 1.58-bit -- aggressive Qwen quantization on stock llama.cpp is just as fast or faster. BitNet's real edge is the Pareto position: best accuracy per MB.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548640" y="3977640"/>
            <a:ext cx="11064240" cy="1051560"/>
          </a:xfrm>
          <a:prstGeom prst="rect">
            <a:avLst/>
          </a:prstGeom>
          <a:solidFill>
            <a:srgbClr val="060D22"/>
          </a:solidFill>
          <a:ln cap="flat" cmpd="sng" w="12700">
            <a:solidFill>
              <a:srgbClr val="1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548640" y="3977640"/>
            <a:ext cx="109728" cy="1051560"/>
          </a:xfrm>
          <a:prstGeom prst="rect">
            <a:avLst/>
          </a:prstGeom>
          <a:solidFill>
            <a:srgbClr val="C25E5E"/>
          </a:solidFill>
          <a:ln cap="flat" cmpd="sng" w="12700">
            <a:solidFill>
              <a:srgbClr val="C25E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822960" y="4114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5E5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25E5E"/>
                </a:solidFill>
                <a:latin typeface="Calibri"/>
                <a:ea typeface="Calibri"/>
                <a:cs typeface="Calibri"/>
                <a:sym typeface="Calibri"/>
              </a:rPr>
              <a:t>CAUTIONED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822960" y="4389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Q2 quantization is the cliff -- it goes fastest and smallest but accuracy collapses across every benchmark.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solidFill>
            <a:srgbClr val="060D22"/>
          </a:solidFill>
          <a:ln cap="flat" cmpd="sng" w="12700">
            <a:solidFill>
              <a:srgbClr val="1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548640" y="5120640"/>
            <a:ext cx="109728" cy="105156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822960" y="52578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CAVEATED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822960" y="553212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Self-hosted CPU inference is dramatically cheaper than cloud APIs, but only when a 2-billion-parameter model is actually good enough for the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solidFill>
            <a:srgbClr val="F2A65A"/>
          </a:solidFill>
          <a:ln cap="flat" cmpd="sng" w="12700">
            <a:solidFill>
              <a:srgbClr val="F2A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0D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0D22"/>
                </a:solidFill>
                <a:latin typeface="Calibri"/>
                <a:ea typeface="Calibri"/>
                <a:cs typeface="Calibri"/>
                <a:sym typeface="Calibri"/>
              </a:rPr>
              <a:t>Deployment guidance:   BitNet → accuracy + memory.   Q4 → cost / speed.   Q8 → quality reference.   Q2 → don't.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